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JuryMate – AI Hackathon Evaluation Assistant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Multi-Team RAG + AI Agents for Hackathon Judging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Streamlit UI</a:t>
            </a:r>
          </a:p>
          <a:p>
            <a:r>
              <a:t>• LangGraph Agents</a:t>
            </a:r>
          </a:p>
          <a:p>
            <a:r>
              <a:t>• Hybrid Retrieval (Vector + BM25)</a:t>
            </a:r>
          </a:p>
          <a:p>
            <a:r>
              <a:t>• ChromaDB + Metadata</a:t>
            </a:r>
          </a:p>
          <a:p>
            <a:r>
              <a:t>• SQLite Operational Database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Workflow &amp; Team Isolation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Upload PDF/PPT</a:t>
            </a:r>
          </a:p>
          <a:p>
            <a:r>
              <a:t>• Parse → Chunk → Embed</a:t>
            </a:r>
          </a:p>
          <a:p>
            <a:r>
              <a:t>• Store in ChromaDB</a:t>
            </a:r>
          </a:p>
          <a:p>
            <a:r>
              <a:t>• Metadata filtering for team isolation</a:t>
            </a:r>
          </a:p>
          <a:p>
            <a:r>
              <a:t>• Cross-team comparison through All Teams Chat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Benefits &amp; Future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Faster judging</a:t>
            </a:r>
          </a:p>
          <a:p>
            <a:r>
              <a:t>• Automated scoring</a:t>
            </a:r>
          </a:p>
          <a:p>
            <a:r>
              <a:t>• Source citations</a:t>
            </a:r>
          </a:p>
          <a:p>
            <a:r>
              <a:t>• Code analysis (future)</a:t>
            </a:r>
          </a:p>
          <a:p>
            <a:r>
              <a:t>• Plagiarism detection (future)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