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SehhaTech Solution Overview</a:t>
            </a:r>
          </a:p>
        </p:txBody>
      </p:sp>
      <p:pic>
        <p:nvPicPr>
          <p:cNvPr id="3" name="Picture 2" descr="overview_s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8700"/>
            <a:ext cx="8229600" cy="4329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Evaluation App - Benchmark Dataset</a:t>
            </a:r>
          </a:p>
        </p:txBody>
      </p:sp>
      <p:pic>
        <p:nvPicPr>
          <p:cNvPr id="3" name="Picture 2" descr="eva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154" y="1028700"/>
            <a:ext cx="542969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Evaluation App - Clinician Questions</a:t>
            </a:r>
          </a:p>
        </p:txBody>
      </p:sp>
      <p:pic>
        <p:nvPicPr>
          <p:cNvPr id="3" name="Picture 2" descr="eva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8700"/>
            <a:ext cx="8229600" cy="40485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