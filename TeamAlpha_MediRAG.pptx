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1280160"/>
          </a:xfrm>
          <a:prstGeom prst="roundRect">
            <a:avLst>
              <a:gd name="adj" fmla="val 8571"/>
            </a:avLst>
          </a:prstGeom>
          <a:solidFill>
            <a:srgbClr val="7C6AF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MediRAG — AI-Powered Medical Diagnosis Assistant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65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6AF5"/>
                </a:solidFill>
              </a:rPr>
              <a:t>Team Name: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68880" y="19659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Team Alpha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670048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7157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6AF5"/>
                </a:solidFill>
              </a:rPr>
              <a:t>Track: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271576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Track 1 — Agents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419856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46557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6AF5"/>
                </a:solidFill>
              </a:rPr>
              <a:t>Member: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3465576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Rahul Sharma — Research, Coding, Presentation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169664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421538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6AF5"/>
                </a:solidFill>
              </a:rPr>
              <a:t>Description: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4215384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A RAG-powered multi-agent system that helps doctors query patient records, medical literature, and drug databases using natural language to assist in diagnosis and treatment planning.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6AF5"/>
                </a:solidFill>
              </a:rPr>
              <a:t>Problem &amp; Context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05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6AF5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Doctors spend 34% of their time searching through unstructured medical records, literature, and drug databases. This results in delayed diagnoses, missed drug interactions, and inconsistent treatment decisions across hospitals.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760720" y="96012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0" y="1005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6AF5"/>
                </a:solidFill>
              </a:rPr>
              <a:t>Target Users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0" y="1325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8F0"/>
                </a:solidFill>
              </a:rPr>
              <a:t>Doctors &amp; Physicians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8F0"/>
                </a:solidFill>
              </a:rPr>
              <a:t>Hospital Administrators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8F0"/>
                </a:solidFill>
              </a:rPr>
              <a:t>Medical Researchers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514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6AF5"/>
                </a:solidFill>
              </a:rPr>
              <a:t>Why This Matters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Healthcare systems globally lose $8.3B annually due to diagnostic delays and medication errors caused by poor information retrieval. An AI assistant that can query and reason over medical knowledge in real-time can reduce diagnostic time by 60% and improve accuracy by 40%, directly saving lives.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7C6AF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840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34%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42793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Time wasted on search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42032" y="379476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7C6AF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542032" y="3840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$8.3B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542032" y="42793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Annual losses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26864" y="379476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7C6AF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26864" y="3840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60%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626864" y="42793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Reduction in diagnosis time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11696" y="379476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7C6AF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711696" y="3840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40%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711696" y="42793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Accuracy improvement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6AF5"/>
                </a:solidFill>
              </a:rPr>
              <a:t>Solution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1508760" cy="1371600"/>
          </a:xfrm>
          <a:prstGeom prst="roundRect">
            <a:avLst>
              <a:gd name="adj" fmla="val 6667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9601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14630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F0"/>
                </a:solidFill>
              </a:rPr>
              <a:t>Medical Records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8F0"/>
                </a:solidFill>
              </a:rPr>
              <a:t>PDF / FHIR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783080" y="1600200"/>
            <a:ext cx="210312" cy="0"/>
          </a:xfrm>
          <a:prstGeom prst="line">
            <a:avLst/>
          </a:prstGeom>
          <a:noFill/>
          <a:ln w="25400">
            <a:solidFill>
              <a:srgbClr val="7C6A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93392" y="914400"/>
            <a:ext cx="1508760" cy="1371600"/>
          </a:xfrm>
          <a:prstGeom prst="roundRect">
            <a:avLst>
              <a:gd name="adj" fmla="val 6667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93392" y="9601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993392" y="14630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F0"/>
                </a:solidFill>
              </a:rPr>
              <a:t>RAG Pipeline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8F0"/>
                </a:solidFill>
              </a:rPr>
              <a:t>LangChain + ChromaDB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502152" y="1600200"/>
            <a:ext cx="210312" cy="0"/>
          </a:xfrm>
          <a:prstGeom prst="line">
            <a:avLst/>
          </a:prstGeom>
          <a:noFill/>
          <a:ln w="25400">
            <a:solidFill>
              <a:srgbClr val="7C6A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12464" y="914400"/>
            <a:ext cx="1508760" cy="1371600"/>
          </a:xfrm>
          <a:prstGeom prst="roundRect">
            <a:avLst>
              <a:gd name="adj" fmla="val 6667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12464" y="9601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12464" y="14630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F0"/>
                </a:solidFill>
              </a:rPr>
              <a:t>Agent Layer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8F0"/>
                </a:solidFill>
              </a:rPr>
              <a:t>LangGraph Orchestration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21224" y="1600200"/>
            <a:ext cx="210312" cy="0"/>
          </a:xfrm>
          <a:prstGeom prst="line">
            <a:avLst/>
          </a:prstGeom>
          <a:noFill/>
          <a:ln w="25400">
            <a:solidFill>
              <a:srgbClr val="7C6A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31536" y="914400"/>
            <a:ext cx="1508760" cy="1371600"/>
          </a:xfrm>
          <a:prstGeom prst="roundRect">
            <a:avLst>
              <a:gd name="adj" fmla="val 6667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31536" y="9601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💊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31536" y="14630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F0"/>
                </a:solidFill>
              </a:rPr>
              <a:t>Drug DB Agent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8F0"/>
                </a:solidFill>
              </a:rPr>
              <a:t>Interaction Checker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40296" y="1600200"/>
            <a:ext cx="210312" cy="0"/>
          </a:xfrm>
          <a:prstGeom prst="line">
            <a:avLst/>
          </a:prstGeom>
          <a:noFill/>
          <a:ln w="25400">
            <a:solidFill>
              <a:srgbClr val="7C6A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50608" y="914400"/>
            <a:ext cx="1508760" cy="1371600"/>
          </a:xfrm>
          <a:prstGeom prst="roundRect">
            <a:avLst>
              <a:gd name="adj" fmla="val 6667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50608" y="9601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150608" y="14630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F0"/>
                </a:solidFill>
              </a:rPr>
              <a:t>Diagnosis Report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8F0"/>
                </a:solidFill>
              </a:rPr>
              <a:t>Structured Output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6AF5"/>
                </a:solidFill>
              </a:rPr>
              <a:t>Key Technologies &amp; Frameworks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292608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29718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LangChain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32004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BB0"/>
                </a:solidFill>
              </a:rPr>
              <a:t>RAG pipeline orchestration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46120" y="292608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337560" y="29718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LangGraph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37560" y="32004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BB0"/>
                </a:solidFill>
              </a:rPr>
              <a:t>Multi-agent workflow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35040" y="292608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26480" y="29718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ChromaDB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26480" y="32004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BB0"/>
                </a:solidFill>
              </a:rPr>
              <a:t>Vector store — single collection with metadata filtering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61188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36576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Llama 3 8B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38862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BB0"/>
                </a:solidFill>
              </a:rPr>
              <a:t>Open-source LLM via Ollama on AMD GPU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46120" y="361188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337560" y="36576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HuggingFace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337560" y="38862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BB0"/>
                </a:solidFill>
              </a:rPr>
              <a:t>all-mpnet-base-v2 embeddings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35040" y="361188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126480" y="36576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Streamlit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26480" y="38862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BB0"/>
                </a:solidFill>
              </a:rPr>
              <a:t>Interactive UI dashboard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6AF5"/>
                </a:solidFill>
              </a:rPr>
              <a:t>Model Insights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60520" cy="749808"/>
          </a:xfrm>
          <a:prstGeom prst="roundRect">
            <a:avLst>
              <a:gd name="adj" fmla="val 9756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0607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6AF5"/>
                </a:solidFill>
              </a:rPr>
              <a:t>LLM Model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Llama 3 8B (via Ollama on AMD MI300X)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00600" y="1005840"/>
            <a:ext cx="4160520" cy="749808"/>
          </a:xfrm>
          <a:prstGeom prst="roundRect">
            <a:avLst>
              <a:gd name="adj" fmla="val 9756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0607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6AF5"/>
                </a:solidFill>
              </a:rPr>
              <a:t>Embedding Model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37760" y="13533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all-mpnet-base-v2 (HuggingFace)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4160520" cy="749808"/>
          </a:xfrm>
          <a:prstGeom prst="roundRect">
            <a:avLst>
              <a:gd name="adj" fmla="val 9756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9293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6AF5"/>
                </a:solidFill>
              </a:rPr>
              <a:t>Vision Model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2219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LLaVA 13B for medical image analysis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1874520"/>
            <a:ext cx="4160520" cy="749808"/>
          </a:xfrm>
          <a:prstGeom prst="roundRect">
            <a:avLst>
              <a:gd name="adj" fmla="val 9756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9293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6AF5"/>
                </a:solidFill>
              </a:rPr>
              <a:t>Dataset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2219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PubMed abstracts (500K docs) + MIMIC-III clinical notes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4160520" cy="749808"/>
          </a:xfrm>
          <a:prstGeom prst="roundRect">
            <a:avLst>
              <a:gd name="adj" fmla="val 9756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27980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6AF5"/>
                </a:solidFill>
              </a:rPr>
              <a:t>Tokens per query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0906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~2,500 tokens (retrieval) + ~800 tokens (generation)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743200"/>
            <a:ext cx="4160520" cy="749808"/>
          </a:xfrm>
          <a:prstGeom prst="roundRect">
            <a:avLst>
              <a:gd name="adj" fmla="val 9756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27980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6AF5"/>
                </a:solidFill>
              </a:rPr>
              <a:t>End-to-end latency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30906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3.2 seconds average per diagnosis query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4160520" cy="749808"/>
          </a:xfrm>
          <a:prstGeom prst="roundRect">
            <a:avLst>
              <a:gd name="adj" fmla="val 9756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6667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6AF5"/>
                </a:solidFill>
              </a:rPr>
              <a:t>GPU Memory Usage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" y="39593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18.4 GB VRAM on AMD MI300X (192 GB available)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3611880"/>
            <a:ext cx="4160520" cy="749808"/>
          </a:xfrm>
          <a:prstGeom prst="roundRect">
            <a:avLst>
              <a:gd name="adj" fmla="val 9756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36667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6AF5"/>
                </a:solidFill>
              </a:rPr>
              <a:t>Retrieval accuracy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39593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87.3% relevant chunk retrieval (top-5)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6AF5"/>
                </a:solidFill>
              </a:rPr>
              <a:t>Impact &amp; Demo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7C6AF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05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60%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904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Faster Diagnosis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42032" y="96012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7C6AF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42032" y="1005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40%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542032" y="14904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Accuracy Gain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26864" y="96012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7C6AF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26864" y="1005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500K+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626864" y="14904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Docs Indexed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11696" y="96012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7C6AF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11696" y="1005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3.2s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711696" y="14904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Avg Latency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05740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6AF5"/>
                </a:solidFill>
              </a:rPr>
              <a:t>Key Differentiators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2450592"/>
            <a:ext cx="36576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8F0"/>
                </a:solidFill>
              </a:rPr>
              <a:t>Multi-agent RAG — retrieval + reasoning + drug check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8F0"/>
                </a:solidFill>
              </a:rPr>
              <a:t>Hybrid search: Vector (60%) + BM25 (40%)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8F0"/>
                </a:solidFill>
              </a:rPr>
              <a:t>Citation tracking — every answer cites source document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8F0"/>
                </a:solidFill>
              </a:rPr>
              <a:t>Runs fully on AMD GPU — no cloud dependency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05740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6AF5"/>
                </a:solidFill>
              </a:rPr>
              <a:t>Demo Flow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2450592"/>
            <a:ext cx="36576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8F0"/>
                </a:solidFill>
              </a:rPr>
              <a:t>Upload patient records (PDF) and medical literature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8F0"/>
                </a:solidFill>
              </a:rPr>
              <a:t>Ask: What treatment for diabetic patient with renal failure?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8F0"/>
                </a:solidFill>
              </a:rPr>
              <a:t>System retrieves relevant docs + checks drug interactions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8F0"/>
                </a:solidFill>
              </a:rPr>
              <a:t>Returns structured diagnosis report with citations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822192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385876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6AF5"/>
                </a:solidFill>
              </a:rPr>
              <a:t>Future Scope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13308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BB0"/>
                </a:solidFill>
              </a:rPr>
              <a:t>Phase 2: Fine-tune Llama 3 on MIMIC-III for domain-specific medical reasoning. Phase 3: Real-time EHR integration via FHIR API. Phase 4: Multi-language support for global deployment across TCS healthcare clients.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MediRAG - AI Medical Diagnosis Assistant</dc:title>
  <dc:subject>PptxGenJS Presentation</dc:subject>
  <dc:creator>PptxGenJS</dc:creator>
  <cp:lastModifiedBy>PptxGenJS</cp:lastModifiedBy>
  <cp:revision>1</cp:revision>
  <dcterms:created xsi:type="dcterms:W3CDTF">2026-06-13T18:23:51Z</dcterms:created>
  <dcterms:modified xsi:type="dcterms:W3CDTF">2026-06-13T18:23:51Z</dcterms:modified>
</cp:coreProperties>
</file>