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VisionGuard — Multimodal Defect Detection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Team Name: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965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Team Beta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700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715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Track: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7157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Track 2 — Multimodal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655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Member: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46557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Priya Patel — Research, Coding, Business Case, Presentation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96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15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Description: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21538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A multimodal AI system combining vision models, speech interfaces, and reasoning agents to detect manufacturing defects in real-time on the production line, reducing quality control costs by 70% and improving detection accuracy to 96.8%.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Problem &amp;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Manufacturing defects cost the global industry $2.9 trillion annually. Current manual inspection methods miss 23% of defects, have inconsistent quality standards across shifts, and cannot scale to high-speed production lines running at 500+ units per minute.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Target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325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</a:rPr>
              <a:t>Quality Control Engineers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</a:rPr>
              <a:t>Production Line Managers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F0"/>
                </a:solidFill>
              </a:rPr>
              <a:t>Plant Operations Teams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Business Relevance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TCS serves 45+ manufacturing clients globally including automotive, electronics, and pharmaceuticals. A deployable AI defect detection system directly addresses the $2.9T quality problem and creates an immediately monetizable enterprise product with repeatable deployment across manufacturing verticals.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$2.9T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Annual defect costs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42032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42032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Defects missed manually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26864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Units/min line speed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11696" y="379476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11696" y="3840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11696" y="4279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Inspector fatigue factor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Solution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Camera Feed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Real-time video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160020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3392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93392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Vision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Qwen-VL Defect Detection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02152" y="160020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2464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12464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Reasoning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LangGraph + Llama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21224" y="160020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1536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31536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Speech Alert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Whisper STT/TTS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0296" y="160020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0608" y="9144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50608" y="9601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50608" y="1463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Real-time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AI Approach — Multimodal Pipeline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926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Qwen-VL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Vision-language model for defect classification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28803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37560" y="2926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LangGraph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Multi-agent orchestration and decision routing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2926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Whisper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Speech-to-text for voice alerts and commands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3611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Llama 3 8B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Reasoning agent for defect severity analysis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35661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37560" y="3611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AMD ROCm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GPU acceleration — MI300X 192GB VRAM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56616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3611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Streamlit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BB0"/>
                </a:solidFill>
              </a:rPr>
              <a:t>Real-time monitoring dashboard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Model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Vision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Qwen-VL 7B — defect detection and classification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100584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60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Reasoning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Llama 3 8B — severity analysis and action 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29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Speech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21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Whisper Medium — real-time voice alerts to operators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87452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929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Training Dataset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221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MVTec AD dataset (15 categories, 5,354 images) + custom TCS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798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Tokens per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~1,800 tokens per defect report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74320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798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End-to-end latency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0.8 seconds per frame analysis (real-time capable)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GPU Memory Usage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24.6 GB VRAM on AMD MI300X across all 3 models simultaneously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666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Detection Accuracy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959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</a:rPr>
              <a:t>96.8% precision, 94.2% recall on MVTec AD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Impact &amp; Demo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96.8%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Detection Accuracy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42032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42032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42032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Cost Reduction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6864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0.8s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26864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 Frame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11696" y="96012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11696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11696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Models Combined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Differentiators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450592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True multimodal — vision + speech + reasoning combined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Real-time: 0.8s latency enables live production line use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Voice alerts allow hands-free operator notifications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Runs on AMD GPU — deployable on-premise at factories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057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Demo 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450592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Live camera feed of circuit board production 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Qwen-VL detects scratch defect in 0.8 seconds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Llama 3 agent classifies severity: CRITICAL — stop 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8F0"/>
                </a:solidFill>
              </a:rPr>
              <a:t>Whisper generates voice alert to floor supervisor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03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8587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330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BB0"/>
                </a:solidFill>
              </a:rPr>
              <a:t>Phase 2: Fine-tune Qwen-VL on TCS client-specific defect datasets for each manufacturing vertical. Phase 3: Predictive maintenance — detect patterns before defects occur. Phase 4: Digital twin integration for simulation-based quality testing.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VisionGuard - Manufacturing Defect Detection</dc:title>
  <dc:subject>PptxGenJS Presentation</dc:subject>
  <dc:creator>PptxGenJS</dc:creator>
  <cp:lastModifiedBy>PptxGenJS</cp:lastModifiedBy>
  <cp:revision>1</cp:revision>
  <dcterms:created xsi:type="dcterms:W3CDTF">2026-06-13T18:23:51Z</dcterms:created>
  <dcterms:modified xsi:type="dcterms:W3CDTF">2026-06-13T18:23:51Z</dcterms:modified>
</cp:coreProperties>
</file>